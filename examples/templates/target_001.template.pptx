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01" r:id="rId2"/>
  </p:sldIdLst>
  <p:sldSz cx="15114588" cy="10688638"/>
  <p:notesSz cx="9928225" cy="14303375"/>
  <p:defaultTextStyle>
    <a:defPPr>
      <a:defRPr lang="en-US"/>
    </a:defPPr>
    <a:lvl1pPr algn="l" defTabSz="1473200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736600" indent="-279400" algn="l" defTabSz="1473200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1473200" indent="-558800" algn="l" defTabSz="1473200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2211388" indent="-839788" algn="l" defTabSz="1473200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2947988" indent="-1119188" algn="l" defTabSz="1473200" rtl="0" eaLnBrk="0" fontAlgn="base" hangingPunct="0">
      <a:spcBef>
        <a:spcPct val="0"/>
      </a:spcBef>
      <a:spcAft>
        <a:spcPct val="0"/>
      </a:spcAft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9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47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FFFF"/>
    <a:srgbClr val="0000FF"/>
    <a:srgbClr val="08B2DA"/>
    <a:srgbClr val="3E11FB"/>
    <a:srgbClr val="0099FF"/>
    <a:srgbClr val="9900FF"/>
    <a:srgbClr val="00CCFF"/>
    <a:srgbClr val="00FF99"/>
    <a:srgbClr val="F11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32" autoAdjust="0"/>
    <p:restoredTop sz="96404" autoAdjust="0"/>
  </p:normalViewPr>
  <p:slideViewPr>
    <p:cSldViewPr>
      <p:cViewPr varScale="1">
        <p:scale>
          <a:sx n="75" d="100"/>
          <a:sy n="75" d="100"/>
        </p:scale>
        <p:origin x="678" y="60"/>
      </p:cViewPr>
      <p:guideLst>
        <p:guide orient="horz" pos="3367"/>
        <p:guide pos="47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715963"/>
          </a:xfrm>
          <a:prstGeom prst="rect">
            <a:avLst/>
          </a:prstGeom>
        </p:spPr>
        <p:txBody>
          <a:bodyPr vert="horz" lIns="138458" tIns="69229" rIns="138458" bIns="69229" rtlCol="0"/>
          <a:lstStyle>
            <a:lvl1pPr algn="l" defTabSz="1474360" eaLnBrk="1" fontAlgn="auto" hangingPunct="1">
              <a:spcBef>
                <a:spcPts val="0"/>
              </a:spcBef>
              <a:spcAft>
                <a:spcPts val="0"/>
              </a:spcAft>
              <a:defRPr sz="18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925" y="0"/>
            <a:ext cx="4303713" cy="715963"/>
          </a:xfrm>
          <a:prstGeom prst="rect">
            <a:avLst/>
          </a:prstGeom>
        </p:spPr>
        <p:txBody>
          <a:bodyPr vert="horz" lIns="138458" tIns="69229" rIns="138458" bIns="69229" rtlCol="0"/>
          <a:lstStyle>
            <a:lvl1pPr algn="r" defTabSz="1474360" eaLnBrk="1" fontAlgn="auto" hangingPunct="1">
              <a:spcBef>
                <a:spcPts val="0"/>
              </a:spcBef>
              <a:spcAft>
                <a:spcPts val="0"/>
              </a:spcAft>
              <a:defRPr sz="1800">
                <a:latin typeface="+mn-lt"/>
                <a:cs typeface="+mn-cs"/>
              </a:defRPr>
            </a:lvl1pPr>
          </a:lstStyle>
          <a:p>
            <a:pPr>
              <a:defRPr/>
            </a:pPr>
            <a:fld id="{57F2ED8B-6010-4932-8C7F-36B32C6D7E88}" type="datetimeFigureOut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1073150"/>
            <a:ext cx="7585075" cy="5364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458" tIns="69229" rIns="138458" bIns="6922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188" y="6794500"/>
            <a:ext cx="7943850" cy="6435725"/>
          </a:xfrm>
          <a:prstGeom prst="rect">
            <a:avLst/>
          </a:prstGeom>
        </p:spPr>
        <p:txBody>
          <a:bodyPr vert="horz" lIns="138458" tIns="69229" rIns="138458" bIns="6922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585825"/>
            <a:ext cx="4302125" cy="714375"/>
          </a:xfrm>
          <a:prstGeom prst="rect">
            <a:avLst/>
          </a:prstGeom>
        </p:spPr>
        <p:txBody>
          <a:bodyPr vert="horz" lIns="138458" tIns="69229" rIns="138458" bIns="69229" rtlCol="0" anchor="b"/>
          <a:lstStyle>
            <a:lvl1pPr algn="l" defTabSz="1474360" eaLnBrk="1" fontAlgn="auto" hangingPunct="1">
              <a:spcBef>
                <a:spcPts val="0"/>
              </a:spcBef>
              <a:spcAft>
                <a:spcPts val="0"/>
              </a:spcAft>
              <a:defRPr sz="18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925" y="13585825"/>
            <a:ext cx="4303713" cy="714375"/>
          </a:xfrm>
          <a:prstGeom prst="rect">
            <a:avLst/>
          </a:prstGeom>
        </p:spPr>
        <p:txBody>
          <a:bodyPr vert="horz" wrap="square" lIns="138458" tIns="69229" rIns="138458" bIns="6922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800"/>
            </a:lvl1pPr>
          </a:lstStyle>
          <a:p>
            <a:pPr>
              <a:defRPr/>
            </a:pPr>
            <a:fld id="{48BC33F3-8971-463F-9221-2FA6763493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760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052513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5463" algn="l" defTabSz="1052513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52513" algn="l" defTabSz="1052513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79563" algn="l" defTabSz="1052513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05025" algn="l" defTabSz="1052513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32786" algn="l" defTabSz="105311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59343" algn="l" defTabSz="105311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85901" algn="l" defTabSz="105311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12458" algn="l" defTabSz="105311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595" y="3320408"/>
            <a:ext cx="12847399" cy="22911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189" y="6056896"/>
            <a:ext cx="10580212" cy="273154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37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74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11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4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85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23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60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897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1BA04-6EB0-4597-BDEB-9D0FE04BB43E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C1929-152A-4CB7-8517-321D5AC6A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72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B8CBD-ED0E-4F60-B50F-930D24188D08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77F28-1B6D-443C-9B13-3A56262F7D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8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949" y="6868441"/>
            <a:ext cx="12847399" cy="2122882"/>
          </a:xfrm>
        </p:spPr>
        <p:txBody>
          <a:bodyPr anchor="t"/>
          <a:lstStyle>
            <a:lvl1pPr algn="l">
              <a:defRPr sz="6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3949" y="4530303"/>
            <a:ext cx="12847399" cy="2338139"/>
          </a:xfrm>
        </p:spPr>
        <p:txBody>
          <a:bodyPr anchor="b"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73718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2pPr>
            <a:lvl3pPr marL="147436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21154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4pPr>
            <a:lvl5pPr marL="2948721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5pPr>
            <a:lvl6pPr marL="3685901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6pPr>
            <a:lvl7pPr marL="4423081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7pPr>
            <a:lvl8pPr marL="5160261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8pPr>
            <a:lvl9pPr marL="5897441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4710E-2611-48BF-B30E-6D37D158F577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2B47E-53DE-4571-A47F-22C2CCAAA5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319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730" y="2494018"/>
            <a:ext cx="6675610" cy="7054007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3249" y="2494018"/>
            <a:ext cx="6675610" cy="7054007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1FEA7-8760-4698-8619-2BC9E51EBEA0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CB22E-29AA-443E-97A3-E3E6C94BE5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227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730" y="2392574"/>
            <a:ext cx="6678234" cy="997111"/>
          </a:xfrm>
        </p:spPr>
        <p:txBody>
          <a:bodyPr anchor="b"/>
          <a:lstStyle>
            <a:lvl1pPr marL="0" indent="0">
              <a:buNone/>
              <a:defRPr sz="3900" b="1"/>
            </a:lvl1pPr>
            <a:lvl2pPr marL="737180" indent="0">
              <a:buNone/>
              <a:defRPr sz="3200" b="1"/>
            </a:lvl2pPr>
            <a:lvl3pPr marL="1474360" indent="0">
              <a:buNone/>
              <a:defRPr sz="2900" b="1"/>
            </a:lvl3pPr>
            <a:lvl4pPr marL="2211540" indent="0">
              <a:buNone/>
              <a:defRPr sz="2500" b="1"/>
            </a:lvl4pPr>
            <a:lvl5pPr marL="2948721" indent="0">
              <a:buNone/>
              <a:defRPr sz="2500" b="1"/>
            </a:lvl5pPr>
            <a:lvl6pPr marL="3685901" indent="0">
              <a:buNone/>
              <a:defRPr sz="2500" b="1"/>
            </a:lvl6pPr>
            <a:lvl7pPr marL="4423081" indent="0">
              <a:buNone/>
              <a:defRPr sz="2500" b="1"/>
            </a:lvl7pPr>
            <a:lvl8pPr marL="5160261" indent="0">
              <a:buNone/>
              <a:defRPr sz="2500" b="1"/>
            </a:lvl8pPr>
            <a:lvl9pPr marL="5897441" indent="0">
              <a:buNone/>
              <a:defRPr sz="2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730" y="3389685"/>
            <a:ext cx="6678234" cy="6158339"/>
          </a:xfrm>
        </p:spPr>
        <p:txBody>
          <a:bodyPr/>
          <a:lstStyle>
            <a:lvl1pPr>
              <a:defRPr sz="3900"/>
            </a:lvl1pPr>
            <a:lvl2pPr>
              <a:defRPr sz="3200"/>
            </a:lvl2pPr>
            <a:lvl3pPr>
              <a:defRPr sz="29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8002" y="2392574"/>
            <a:ext cx="6680859" cy="997111"/>
          </a:xfrm>
        </p:spPr>
        <p:txBody>
          <a:bodyPr anchor="b"/>
          <a:lstStyle>
            <a:lvl1pPr marL="0" indent="0">
              <a:buNone/>
              <a:defRPr sz="3900" b="1"/>
            </a:lvl1pPr>
            <a:lvl2pPr marL="737180" indent="0">
              <a:buNone/>
              <a:defRPr sz="3200" b="1"/>
            </a:lvl2pPr>
            <a:lvl3pPr marL="1474360" indent="0">
              <a:buNone/>
              <a:defRPr sz="2900" b="1"/>
            </a:lvl3pPr>
            <a:lvl4pPr marL="2211540" indent="0">
              <a:buNone/>
              <a:defRPr sz="2500" b="1"/>
            </a:lvl4pPr>
            <a:lvl5pPr marL="2948721" indent="0">
              <a:buNone/>
              <a:defRPr sz="2500" b="1"/>
            </a:lvl5pPr>
            <a:lvl6pPr marL="3685901" indent="0">
              <a:buNone/>
              <a:defRPr sz="2500" b="1"/>
            </a:lvl6pPr>
            <a:lvl7pPr marL="4423081" indent="0">
              <a:buNone/>
              <a:defRPr sz="2500" b="1"/>
            </a:lvl7pPr>
            <a:lvl8pPr marL="5160261" indent="0">
              <a:buNone/>
              <a:defRPr sz="2500" b="1"/>
            </a:lvl8pPr>
            <a:lvl9pPr marL="5897441" indent="0">
              <a:buNone/>
              <a:defRPr sz="2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78002" y="3389685"/>
            <a:ext cx="6680859" cy="6158339"/>
          </a:xfrm>
        </p:spPr>
        <p:txBody>
          <a:bodyPr/>
          <a:lstStyle>
            <a:lvl1pPr>
              <a:defRPr sz="3900"/>
            </a:lvl1pPr>
            <a:lvl2pPr>
              <a:defRPr sz="3200"/>
            </a:lvl2pPr>
            <a:lvl3pPr>
              <a:defRPr sz="29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04C26-91F3-4B66-B4EB-AACE07237A57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C1FB9-D26F-4AC5-9538-4B63574BD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7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F5CF4-5613-4075-83DB-CEF312CA432A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D9154-1C49-453D-8A3F-3234412B3B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732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BCDA2-BDF0-4E55-80FE-F48D73388A23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295A9-4A8D-427A-B014-AAF94B232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9889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731" y="425566"/>
            <a:ext cx="4972595" cy="181113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9385" y="425567"/>
            <a:ext cx="8449475" cy="9122456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39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731" y="2236699"/>
            <a:ext cx="4972595" cy="7311326"/>
          </a:xfrm>
        </p:spPr>
        <p:txBody>
          <a:bodyPr/>
          <a:lstStyle>
            <a:lvl1pPr marL="0" indent="0">
              <a:buNone/>
              <a:defRPr sz="2300"/>
            </a:lvl1pPr>
            <a:lvl2pPr marL="737180" indent="0">
              <a:buNone/>
              <a:defRPr sz="2000"/>
            </a:lvl2pPr>
            <a:lvl3pPr marL="1474360" indent="0">
              <a:buNone/>
              <a:defRPr sz="1600"/>
            </a:lvl3pPr>
            <a:lvl4pPr marL="2211540" indent="0">
              <a:buNone/>
              <a:defRPr sz="1500"/>
            </a:lvl4pPr>
            <a:lvl5pPr marL="2948721" indent="0">
              <a:buNone/>
              <a:defRPr sz="1500"/>
            </a:lvl5pPr>
            <a:lvl6pPr marL="3685901" indent="0">
              <a:buNone/>
              <a:defRPr sz="1500"/>
            </a:lvl6pPr>
            <a:lvl7pPr marL="4423081" indent="0">
              <a:buNone/>
              <a:defRPr sz="1500"/>
            </a:lvl7pPr>
            <a:lvl8pPr marL="5160261" indent="0">
              <a:buNone/>
              <a:defRPr sz="1500"/>
            </a:lvl8pPr>
            <a:lvl9pPr marL="5897441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E7348-BC25-4290-AEF7-F0E1AB542646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1B062-EF0B-4231-A0B3-2A9304FA73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89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566" y="7482047"/>
            <a:ext cx="9068753" cy="883298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62566" y="955050"/>
            <a:ext cx="9068753" cy="6413183"/>
          </a:xfrm>
        </p:spPr>
        <p:txBody>
          <a:bodyPr rtlCol="0">
            <a:normAutofit/>
          </a:bodyPr>
          <a:lstStyle>
            <a:lvl1pPr marL="0" indent="0">
              <a:buNone/>
              <a:defRPr sz="5200"/>
            </a:lvl1pPr>
            <a:lvl2pPr marL="737180" indent="0">
              <a:buNone/>
              <a:defRPr sz="4500"/>
            </a:lvl2pPr>
            <a:lvl3pPr marL="1474360" indent="0">
              <a:buNone/>
              <a:defRPr sz="3900"/>
            </a:lvl3pPr>
            <a:lvl4pPr marL="2211540" indent="0">
              <a:buNone/>
              <a:defRPr sz="3200"/>
            </a:lvl4pPr>
            <a:lvl5pPr marL="2948721" indent="0">
              <a:buNone/>
              <a:defRPr sz="3200"/>
            </a:lvl5pPr>
            <a:lvl6pPr marL="3685901" indent="0">
              <a:buNone/>
              <a:defRPr sz="3200"/>
            </a:lvl6pPr>
            <a:lvl7pPr marL="4423081" indent="0">
              <a:buNone/>
              <a:defRPr sz="3200"/>
            </a:lvl7pPr>
            <a:lvl8pPr marL="5160261" indent="0">
              <a:buNone/>
              <a:defRPr sz="3200"/>
            </a:lvl8pPr>
            <a:lvl9pPr marL="5897441" indent="0">
              <a:buNone/>
              <a:defRPr sz="32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2566" y="8365345"/>
            <a:ext cx="9068753" cy="1254430"/>
          </a:xfrm>
        </p:spPr>
        <p:txBody>
          <a:bodyPr/>
          <a:lstStyle>
            <a:lvl1pPr marL="0" indent="0">
              <a:buNone/>
              <a:defRPr sz="2300"/>
            </a:lvl1pPr>
            <a:lvl2pPr marL="737180" indent="0">
              <a:buNone/>
              <a:defRPr sz="2000"/>
            </a:lvl2pPr>
            <a:lvl3pPr marL="1474360" indent="0">
              <a:buNone/>
              <a:defRPr sz="1600"/>
            </a:lvl3pPr>
            <a:lvl4pPr marL="2211540" indent="0">
              <a:buNone/>
              <a:defRPr sz="1500"/>
            </a:lvl4pPr>
            <a:lvl5pPr marL="2948721" indent="0">
              <a:buNone/>
              <a:defRPr sz="1500"/>
            </a:lvl5pPr>
            <a:lvl6pPr marL="3685901" indent="0">
              <a:buNone/>
              <a:defRPr sz="1500"/>
            </a:lvl6pPr>
            <a:lvl7pPr marL="4423081" indent="0">
              <a:buNone/>
              <a:defRPr sz="1500"/>
            </a:lvl7pPr>
            <a:lvl8pPr marL="5160261" indent="0">
              <a:buNone/>
              <a:defRPr sz="1500"/>
            </a:lvl8pPr>
            <a:lvl9pPr marL="5897441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936A-CBA4-4058-BD89-01E2A9440AAA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CCEBA-31BC-407A-8ADB-BCB51E906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531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32B4-3F04-4B04-9820-B7C7120A887D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C02C1B-4907-4546-BBFD-06795A9158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1817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58077" y="428044"/>
            <a:ext cx="3400782" cy="91199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730" y="428044"/>
            <a:ext cx="9950438" cy="91199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62187-BF87-4819-BB7B-20F40FADA1C7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FC4E2-F5C0-450B-B343-BBF4457CA1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526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55650" y="428625"/>
            <a:ext cx="13603288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7436" tIns="73718" rIns="147436" bIns="73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5650" y="2493963"/>
            <a:ext cx="13603288" cy="705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7436" tIns="73718" rIns="147436" bIns="73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650" y="9906000"/>
            <a:ext cx="3527425" cy="569913"/>
          </a:xfrm>
          <a:prstGeom prst="rect">
            <a:avLst/>
          </a:prstGeom>
        </p:spPr>
        <p:txBody>
          <a:bodyPr vert="horz" lIns="147436" tIns="73718" rIns="147436" bIns="73718" rtlCol="0" anchor="ctr"/>
          <a:lstStyle>
            <a:lvl1pPr algn="l" defTabSz="1474360" eaLnBrk="1" fontAlgn="auto" hangingPunct="1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A2D13B6-EECC-4950-8DDA-B20A03430A93}" type="datetime1">
              <a:rPr lang="en-US"/>
              <a:pPr>
                <a:defRPr/>
              </a:pPr>
              <a:t>25-May-26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64138" y="9906000"/>
            <a:ext cx="4786312" cy="569913"/>
          </a:xfrm>
          <a:prstGeom prst="rect">
            <a:avLst/>
          </a:prstGeom>
        </p:spPr>
        <p:txBody>
          <a:bodyPr vert="horz" lIns="147436" tIns="73718" rIns="147436" bIns="73718" rtlCol="0" anchor="ctr"/>
          <a:lstStyle>
            <a:lvl1pPr algn="ctr" defTabSz="1474360" eaLnBrk="1" fontAlgn="auto" hangingPunct="1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1513" y="9906000"/>
            <a:ext cx="3527425" cy="569913"/>
          </a:xfrm>
          <a:prstGeom prst="rect">
            <a:avLst/>
          </a:prstGeom>
        </p:spPr>
        <p:txBody>
          <a:bodyPr vert="horz" wrap="square" lIns="147436" tIns="73718" rIns="147436" bIns="73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A1D30FA-4417-473A-9108-DC39C2F0C9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473200" rtl="0" eaLnBrk="0" fontAlgn="base" hangingPunct="0">
        <a:spcBef>
          <a:spcPct val="0"/>
        </a:spcBef>
        <a:spcAft>
          <a:spcPct val="0"/>
        </a:spcAft>
        <a:defRPr sz="71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473200" rtl="0" eaLnBrk="0" fontAlgn="base" hangingPunct="0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2pPr>
      <a:lvl3pPr algn="ctr" defTabSz="1473200" rtl="0" eaLnBrk="0" fontAlgn="base" hangingPunct="0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3pPr>
      <a:lvl4pPr algn="ctr" defTabSz="1473200" rtl="0" eaLnBrk="0" fontAlgn="base" hangingPunct="0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4pPr>
      <a:lvl5pPr algn="ctr" defTabSz="1473200" rtl="0" eaLnBrk="0" fontAlgn="base" hangingPunct="0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5pPr>
      <a:lvl6pPr marL="457200" algn="ctr" defTabSz="1473200" rtl="0" fontAlgn="base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6pPr>
      <a:lvl7pPr marL="914400" algn="ctr" defTabSz="1473200" rtl="0" fontAlgn="base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7pPr>
      <a:lvl8pPr marL="1371600" algn="ctr" defTabSz="1473200" rtl="0" fontAlgn="base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8pPr>
      <a:lvl9pPr marL="1828800" algn="ctr" defTabSz="1473200" rtl="0" fontAlgn="base">
        <a:spcBef>
          <a:spcPct val="0"/>
        </a:spcBef>
        <a:spcAft>
          <a:spcPct val="0"/>
        </a:spcAft>
        <a:defRPr sz="7100">
          <a:solidFill>
            <a:schemeClr val="tx1"/>
          </a:solidFill>
          <a:latin typeface="Calibri" pitchFamily="34" charset="0"/>
        </a:defRPr>
      </a:lvl9pPr>
    </p:titleStyle>
    <p:bodyStyle>
      <a:lvl1pPr marL="552450" indent="-552450" algn="l" defTabSz="1473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196975" indent="-460375" algn="l" defTabSz="1473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841500" indent="-368300" algn="l" defTabSz="1473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3pPr>
      <a:lvl4pPr marL="2579688" indent="-368300" algn="l" defTabSz="1473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316288" indent="-368300" algn="l" defTabSz="1473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54491" indent="-368590" algn="l" defTabSz="147436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91671" indent="-368590" algn="l" defTabSz="147436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528851" indent="-368590" algn="l" defTabSz="147436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66031" indent="-368590" algn="l" defTabSz="147436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37180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74360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211540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48721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85901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423081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160261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897441" algn="l" defTabSz="147436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7" y="14129"/>
            <a:ext cx="15108007" cy="1069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0AEE62-0D38-409A-90C2-BFFBA97EAF12}"/>
              </a:ext>
            </a:extLst>
          </p:cNvPr>
          <p:cNvSpPr txBox="1"/>
          <p:nvPr/>
        </p:nvSpPr>
        <p:spPr>
          <a:xfrm>
            <a:off x="1111372" y="243570"/>
            <a:ext cx="13837322" cy="448473"/>
          </a:xfrm>
          <a:prstGeom prst="rect">
            <a:avLst/>
          </a:prstGeom>
          <a:gradFill rotWithShape="1">
            <a:gsLst>
              <a:gs pos="0">
                <a:sysClr val="window" lastClr="FFFFFF"/>
              </a:gs>
              <a:gs pos="100000">
                <a:srgbClr val="9BBB59">
                  <a:shade val="93000"/>
                  <a:satMod val="130000"/>
                </a:srgbClr>
              </a:gs>
              <a:gs pos="100000">
                <a:srgbClr val="9BBB59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wrap="square" lIns="169815" tIns="84908" rIns="169815" bIns="84908">
            <a:spAutoFit/>
          </a:bodyPr>
          <a:lstStyle>
            <a:defPPr>
              <a:defRPr lang="en-US"/>
            </a:defPPr>
            <a:lvl1pPr algn="ctr" defTabSz="1474788">
              <a:defRPr sz="1800" b="1" kern="0">
                <a:solidFill>
                  <a:prstClr val="black"/>
                </a:solidFill>
                <a:latin typeface="Arial" pitchFamily="34" charset="0"/>
              </a:defRPr>
            </a:lvl1pPr>
            <a:lvl2pPr defTabSz="1474788">
              <a:defRPr>
                <a:cs typeface="Arial" charset="0"/>
              </a:defRPr>
            </a:lvl2pPr>
            <a:lvl3pPr marL="1474788" indent="-560388" defTabSz="1474788">
              <a:defRPr>
                <a:cs typeface="Arial" charset="0"/>
              </a:defRPr>
            </a:lvl3pPr>
            <a:lvl4pPr defTabSz="1474788">
              <a:defRPr>
                <a:cs typeface="Arial" charset="0"/>
              </a:defRPr>
            </a:lvl4pPr>
            <a:lvl5pPr marL="2949575" indent="-1120775" defTabSz="1474788">
              <a:defRPr>
                <a:cs typeface="Arial" charset="0"/>
              </a:defRPr>
            </a:lvl5pPr>
            <a:lvl6pPr>
              <a:defRPr>
                <a:cs typeface="Arial" charset="0"/>
              </a:defRPr>
            </a:lvl6pPr>
            <a:lvl7pPr>
              <a:defRPr>
                <a:cs typeface="Arial" charset="0"/>
              </a:defRPr>
            </a:lvl7pPr>
            <a:lvl8pPr>
              <a:defRPr>
                <a:cs typeface="Arial" charset="0"/>
              </a:defRPr>
            </a:lvl8pPr>
            <a:lvl9pPr>
              <a:defRPr>
                <a:cs typeface="Arial" charset="0"/>
              </a:defRPr>
            </a:lvl9pPr>
          </a:lstStyle>
          <a:p>
            <a:r>
              <a:rPr lang="en-US" smtClean="0"/>
              <a:t>NAME</a:t>
            </a:r>
            <a:r>
              <a:rPr lang="vi-VN" smtClean="0"/>
              <a:t>, </a:t>
            </a:r>
            <a:r>
              <a:rPr lang="en-US" smtClean="0"/>
              <a:t>TIME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753358" y="1074142"/>
            <a:ext cx="553357" cy="307777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en-US" sz="1400" b="1" smtClean="0">
                <a:solidFill>
                  <a:srgbClr val="FFFF00"/>
                </a:solidFill>
                <a:latin typeface="Arial" pitchFamily="34" charset="0"/>
              </a:rPr>
              <a:t>time</a:t>
            </a:r>
            <a:endParaRPr lang="en-US" sz="1400" b="1" dirty="0">
              <a:solidFill>
                <a:srgbClr val="FFFF00"/>
              </a:solidFill>
              <a:latin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91242" y="9983187"/>
            <a:ext cx="5334000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rgbClr val="FFFF00"/>
                </a:solidFill>
                <a:latin typeface="Arial" pitchFamily="34" charset="0"/>
              </a:rPr>
              <a:t>c</a:t>
            </a:r>
            <a:r>
              <a:rPr lang="en-US" sz="1400" b="1" smtClean="0">
                <a:solidFill>
                  <a:srgbClr val="FFFF00"/>
                </a:solidFill>
                <a:latin typeface="Arial" pitchFamily="34" charset="0"/>
              </a:rPr>
              <a:t>omment</a:t>
            </a:r>
            <a:endParaRPr lang="en-US" sz="1400" b="1" dirty="0" smtClean="0">
              <a:solidFill>
                <a:srgbClr val="FFFF00"/>
              </a:solidFill>
              <a:latin typeface="Arial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2111" y="1059061"/>
            <a:ext cx="296883" cy="694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37CCE3-7F88-443E-9345-7096A423ADAC}"/>
              </a:ext>
            </a:extLst>
          </p:cNvPr>
          <p:cNvSpPr txBox="1"/>
          <p:nvPr/>
        </p:nvSpPr>
        <p:spPr>
          <a:xfrm>
            <a:off x="5423694" y="6868319"/>
            <a:ext cx="1479227" cy="448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9352" tIns="39676" rIns="79352" bIns="39676" rtlCol="0" anchor="ctr"/>
          <a:lstStyle>
            <a:defPPr>
              <a:defRPr lang="en-US"/>
            </a:defPPr>
            <a:lvl1pPr algn="ctr">
              <a:defRPr sz="16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7CCE3-7F88-443E-9345-7096A423ADAC}"/>
              </a:ext>
            </a:extLst>
          </p:cNvPr>
          <p:cNvSpPr txBox="1"/>
          <p:nvPr/>
        </p:nvSpPr>
        <p:spPr>
          <a:xfrm>
            <a:off x="6538900" y="7977279"/>
            <a:ext cx="1479227" cy="448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9352" tIns="39676" rIns="79352" bIns="39676" rtlCol="0" anchor="ctr"/>
          <a:lstStyle>
            <a:defPPr>
              <a:defRPr lang="en-US"/>
            </a:defPPr>
            <a:lvl1pPr algn="ctr">
              <a:defRPr sz="1600" b="1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400" smtClean="0">
                <a:latin typeface="Arial" panose="020B0604020202020204" pitchFamily="34" charset="0"/>
                <a:cs typeface="Arial" panose="020B0604020202020204" pitchFamily="34" charset="0"/>
              </a:rPr>
              <a:t>XYZ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68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FFFF00"/>
          </a:solidFill>
          <a:headEnd type="arrow"/>
          <a:tailEnd type="arrow"/>
        </a:ln>
      </a:spPr>
      <a:bodyPr lIns="105311" tIns="52656" rIns="105311" bIns="52656"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19050">
          <a:solidFill>
            <a:srgbClr val="FFFF00"/>
          </a:solidFill>
          <a:tailEnd type="arrow"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solidFill>
          <a:schemeClr val="bg2">
            <a:lumMod val="90000"/>
          </a:schemeClr>
        </a:solidFill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6633098</TotalTime>
  <Words>7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INTERNET</dc:creator>
  <cp:lastModifiedBy>NCTH</cp:lastModifiedBy>
  <cp:revision>14932</cp:revision>
  <dcterms:created xsi:type="dcterms:W3CDTF">2006-08-16T00:00:00Z</dcterms:created>
  <dcterms:modified xsi:type="dcterms:W3CDTF">2026-05-25T15:49:53Z</dcterms:modified>
</cp:coreProperties>
</file>