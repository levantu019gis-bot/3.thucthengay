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675" y="15350"/>
            <a:ext cx="9144000" cy="3072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HIỆN TRẠNG ĐẢO XYZ NGÀY 23.04.26</a:t>
            </a:r>
            <a:endParaRPr b="1"/>
          </a:p>
        </p:txBody>
      </p:sp>
      <p:pic>
        <p:nvPicPr>
          <p:cNvPr id="55" name="Google Shape;55;p13" title="1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5" y="322550"/>
            <a:ext cx="9144000" cy="48209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575950" y="4936200"/>
            <a:ext cx="3992100" cy="207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/>
              <a:t>Hello World</a:t>
            </a:r>
            <a:endParaRPr b="1" sz="1200"/>
          </a:p>
        </p:txBody>
      </p:sp>
      <p:sp>
        <p:nvSpPr>
          <p:cNvPr id="57" name="Google Shape;57;p13"/>
          <p:cNvSpPr/>
          <p:nvPr/>
        </p:nvSpPr>
        <p:spPr>
          <a:xfrm>
            <a:off x="3278025" y="406850"/>
            <a:ext cx="2507100" cy="207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/>
              <a:t>09.30/23.04.26</a:t>
            </a:r>
            <a:endParaRPr b="1" sz="1200"/>
          </a:p>
        </p:txBody>
      </p:sp>
      <p:sp>
        <p:nvSpPr>
          <p:cNvPr id="58" name="Google Shape;58;p13"/>
          <p:cNvSpPr/>
          <p:nvPr/>
        </p:nvSpPr>
        <p:spPr>
          <a:xfrm>
            <a:off x="3278025" y="2877650"/>
            <a:ext cx="1051800" cy="207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/>
              <a:t>Target 1</a:t>
            </a:r>
            <a:endParaRPr b="1" sz="1200"/>
          </a:p>
        </p:txBody>
      </p:sp>
      <p:sp>
        <p:nvSpPr>
          <p:cNvPr id="59" name="Google Shape;59;p13"/>
          <p:cNvSpPr/>
          <p:nvPr/>
        </p:nvSpPr>
        <p:spPr>
          <a:xfrm>
            <a:off x="5956125" y="2262375"/>
            <a:ext cx="1051800" cy="207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/>
              <a:t>Target 2</a:t>
            </a:r>
            <a:endParaRPr b="1" sz="1200"/>
          </a:p>
        </p:txBody>
      </p:sp>
      <p:sp>
        <p:nvSpPr>
          <p:cNvPr id="60" name="Google Shape;60;p13"/>
          <p:cNvSpPr/>
          <p:nvPr/>
        </p:nvSpPr>
        <p:spPr>
          <a:xfrm>
            <a:off x="5717000" y="3174775"/>
            <a:ext cx="1051800" cy="207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/>
              <a:t>Target 3</a:t>
            </a:r>
            <a:endParaRPr b="1" sz="1200"/>
          </a:p>
        </p:txBody>
      </p:sp>
      <p:cxnSp>
        <p:nvCxnSpPr>
          <p:cNvPr id="61" name="Google Shape;61;p13"/>
          <p:cNvCxnSpPr/>
          <p:nvPr/>
        </p:nvCxnSpPr>
        <p:spPr>
          <a:xfrm>
            <a:off x="1612150" y="2049725"/>
            <a:ext cx="84300" cy="5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/>
          <p:nvPr/>
        </p:nvCxnSpPr>
        <p:spPr>
          <a:xfrm>
            <a:off x="1328100" y="3247325"/>
            <a:ext cx="1097700" cy="3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/>
          <p:nvPr/>
        </p:nvCxnSpPr>
        <p:spPr>
          <a:xfrm>
            <a:off x="1811750" y="1473950"/>
            <a:ext cx="391500" cy="990300"/>
          </a:xfrm>
          <a:prstGeom prst="straightConnector1">
            <a:avLst/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3"/>
          <p:cNvSpPr/>
          <p:nvPr/>
        </p:nvSpPr>
        <p:spPr>
          <a:xfrm>
            <a:off x="376885" y="1673550"/>
            <a:ext cx="1876800" cy="2790875"/>
          </a:xfrm>
          <a:custGeom>
            <a:rect b="b" l="l" r="r" t="t"/>
            <a:pathLst>
              <a:path extrusionOk="0" h="111635" w="75072">
                <a:moveTo>
                  <a:pt x="38049" y="0"/>
                </a:moveTo>
                <a:cubicBezTo>
                  <a:pt x="37359" y="6900"/>
                  <a:pt x="32533" y="13260"/>
                  <a:pt x="27301" y="17811"/>
                </a:cubicBezTo>
                <a:cubicBezTo>
                  <a:pt x="22986" y="21564"/>
                  <a:pt x="15956" y="24411"/>
                  <a:pt x="15325" y="30094"/>
                </a:cubicBezTo>
                <a:cubicBezTo>
                  <a:pt x="14910" y="33826"/>
                  <a:pt x="17516" y="37279"/>
                  <a:pt x="18703" y="40841"/>
                </a:cubicBezTo>
                <a:cubicBezTo>
                  <a:pt x="21028" y="47817"/>
                  <a:pt x="22448" y="55077"/>
                  <a:pt x="24845" y="62029"/>
                </a:cubicBezTo>
                <a:cubicBezTo>
                  <a:pt x="26069" y="65579"/>
                  <a:pt x="29135" y="69134"/>
                  <a:pt x="28223" y="72777"/>
                </a:cubicBezTo>
                <a:cubicBezTo>
                  <a:pt x="25791" y="82494"/>
                  <a:pt x="8730" y="78453"/>
                  <a:pt x="279" y="83832"/>
                </a:cubicBezTo>
                <a:cubicBezTo>
                  <a:pt x="-540" y="84353"/>
                  <a:pt x="735" y="85743"/>
                  <a:pt x="1200" y="86595"/>
                </a:cubicBezTo>
                <a:cubicBezTo>
                  <a:pt x="3528" y="90864"/>
                  <a:pt x="5710" y="95252"/>
                  <a:pt x="8570" y="99185"/>
                </a:cubicBezTo>
                <a:cubicBezTo>
                  <a:pt x="18806" y="113261"/>
                  <a:pt x="43039" y="113515"/>
                  <a:pt x="59851" y="109012"/>
                </a:cubicBezTo>
                <a:cubicBezTo>
                  <a:pt x="64886" y="107663"/>
                  <a:pt x="70905" y="107477"/>
                  <a:pt x="74591" y="103791"/>
                </a:cubicBezTo>
                <a:cubicBezTo>
                  <a:pt x="76560" y="101822"/>
                  <a:pt x="71604" y="99046"/>
                  <a:pt x="69678" y="97036"/>
                </a:cubicBezTo>
                <a:cubicBezTo>
                  <a:pt x="65584" y="92764"/>
                  <a:pt x="61469" y="86288"/>
                  <a:pt x="55552" y="86288"/>
                </a:cubicBezTo>
                <a:cubicBezTo>
                  <a:pt x="50605" y="86288"/>
                  <a:pt x="44585" y="88187"/>
                  <a:pt x="42041" y="92430"/>
                </a:cubicBezTo>
                <a:cubicBezTo>
                  <a:pt x="40931" y="94282"/>
                  <a:pt x="46330" y="91816"/>
                  <a:pt x="48489" y="9181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